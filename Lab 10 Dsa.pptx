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995" autoAdjust="0"/>
    <p:restoredTop sz="94660"/>
  </p:normalViewPr>
  <p:slideViewPr>
    <p:cSldViewPr snapToGrid="0">
      <p:cViewPr>
        <p:scale>
          <a:sx n="61" d="100"/>
          <a:sy n="61" d="100"/>
        </p:scale>
        <p:origin x="-856" y="-1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4D6ED85-C507-CF8E-8ED1-01A2A15027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6D0628A-8435-1A31-94A4-18D4BEFAA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4772A96-C370-84DA-0364-19FA4F67A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6337B-4088-4E9E-BB67-A56238835CC8}" type="datetimeFigureOut">
              <a:rPr lang="en-US" smtClean="0"/>
              <a:pPr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A568F72-C993-B48E-5112-D4CD753C7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ED8C22B-7C7C-CCBA-E401-7E4F14B85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88CC7-15AA-435D-B05A-9BF308692B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17461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BBF4B39-7F79-525F-E017-5B1F75167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7957E67-0C94-64D0-9CF0-85BF5B2AC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C8555A8-BF1F-6A34-836B-72D1DFA81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6337B-4088-4E9E-BB67-A56238835CC8}" type="datetimeFigureOut">
              <a:rPr lang="en-US" smtClean="0"/>
              <a:pPr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0C443B2-A59E-C2D3-E812-468458177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204965F-5843-D9BE-394A-EC5D6D8C6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88CC7-15AA-435D-B05A-9BF308692B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73437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70BB209-3834-AAAA-EDAB-49DDBBB06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7D725CF-4E56-B683-17AE-959ABB160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8E7E903-B9FA-7D01-A5A1-DC62F9F86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6337B-4088-4E9E-BB67-A56238835CC8}" type="datetimeFigureOut">
              <a:rPr lang="en-US" smtClean="0"/>
              <a:pPr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B721049-EC6E-35AE-A5CA-C3756C032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453A42A-DC2C-95B9-C6E0-00C0E159F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88CC7-15AA-435D-B05A-9BF308692B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73279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D552DA-1049-D598-45CF-6E231BB11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7380FE6-E299-BCEA-FE43-7B6A3E621F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A3911DD-CA60-309B-2AC7-37A291E9D2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4D25999-5C9E-0B70-4640-28EF9486E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6337B-4088-4E9E-BB67-A56238835CC8}" type="datetimeFigureOut">
              <a:rPr lang="en-US" smtClean="0"/>
              <a:pPr/>
              <a:t>12/1/2024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52E165E-EA90-0412-3723-3B1C005F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A99E022-09AA-3B30-5375-8D5369A40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88CC7-15AA-435D-B05A-9BF308692B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4509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095E0C-CC88-4320-73A8-A33907910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209D202-8A8C-D6E4-E168-5A338BDC7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0090297-8504-CA14-2992-7C04C4AC74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D39D0209-2621-6BA0-0849-33DB2E969E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FAC1AB86-772C-CFC6-1DA0-CDCEEB27CF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54EC7AB0-46FC-B508-CDA5-970B35DD1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6337B-4088-4E9E-BB67-A56238835CC8}" type="datetimeFigureOut">
              <a:rPr lang="en-US" smtClean="0"/>
              <a:pPr/>
              <a:t>12/1/2024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ED912940-2FBB-973B-6779-92904139F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DB578798-28B4-0DB4-A5BA-1126C4550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88CC7-15AA-435D-B05A-9BF308692B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2971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C76AB34-B603-5057-1E6F-0A16D07B3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6D839646-7EE0-E1D6-C8C5-F3C5E780F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6337B-4088-4E9E-BB67-A56238835CC8}" type="datetimeFigureOut">
              <a:rPr lang="en-US" smtClean="0"/>
              <a:pPr/>
              <a:t>12/1/2024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44C099D7-9E6E-6D73-03B1-B3D85B1DF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140FC78-1A0B-DFD7-2BBF-8024A491F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88CC7-15AA-435D-B05A-9BF308692B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55443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900F46B7-6A41-AE46-4843-F998DDC40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6337B-4088-4E9E-BB67-A56238835CC8}" type="datetimeFigureOut">
              <a:rPr lang="en-US" smtClean="0"/>
              <a:pPr/>
              <a:t>12/1/2024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78A5AA2B-449A-C4F2-0E24-AFA1B7AF1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BC22F08-39F3-9F2A-49D3-D65591D55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88CC7-15AA-435D-B05A-9BF308692B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4009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299A672-8BA3-62BF-5314-FCE6002EB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294E02C-114B-9E53-AAEE-36C8D1972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B0EA339-A36C-4BCD-8AFD-EBC2169880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C2C819B-B856-4496-974F-6A9E010A7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6337B-4088-4E9E-BB67-A56238835CC8}" type="datetimeFigureOut">
              <a:rPr lang="en-US" smtClean="0"/>
              <a:pPr/>
              <a:t>12/1/2024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9ECA23C-2701-5B19-1395-F9E5EAB81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CC99FDF-7AF4-2B9A-4AB9-8FB4665ED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88CC7-15AA-435D-B05A-9BF308692B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12552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05F1BF0-EF92-F2C0-1169-57BD3BC1B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CDCD58DD-E4D7-E012-A5F5-9D91A64F76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97D0E72-A96D-06DC-00E6-40040118B0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AD6BC82-AC03-13D7-D3D3-AE23FBAEA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6337B-4088-4E9E-BB67-A56238835CC8}" type="datetimeFigureOut">
              <a:rPr lang="en-US" smtClean="0"/>
              <a:pPr/>
              <a:t>12/1/2024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F16AF77-0831-1EBE-0F54-8D4C11354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92E0D19-9F5D-23E9-9DEA-BBD103AF7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88CC7-15AA-435D-B05A-9BF308692B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07625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F1DAE37-E188-10B6-5928-CBE7E1D51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804931F1-D479-1431-07DD-59DB447A2C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5098700-D10F-B283-E3FD-5B4C572CD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6337B-4088-4E9E-BB67-A56238835CC8}" type="datetimeFigureOut">
              <a:rPr lang="en-US" smtClean="0"/>
              <a:pPr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A20EEF1-9F34-474F-1801-33761EE54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63F656C-6110-2D99-C708-1F084CB5E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88CC7-15AA-435D-B05A-9BF308692B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71868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FE8C363C-81C1-B45B-D19A-B8C5A917CE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71856E2-740D-0C9B-2C32-ECB4C1F806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87DD0F5-DCAE-7D59-C68E-60193417B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6337B-4088-4E9E-BB67-A56238835CC8}" type="datetimeFigureOut">
              <a:rPr lang="en-US" smtClean="0"/>
              <a:pPr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331311D-F614-C8B6-5F4B-63E479946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7C0BC31-AF77-4E66-7468-CD03C8532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88CC7-15AA-435D-B05A-9BF308692B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66697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969A572C-50D7-DB3B-900A-3F47A593C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C6340-8531-3DF8-08AE-1982AFA9F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D59E0EF-FC2E-8A2F-2C9B-11C9B4CC2D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A6337B-4088-4E9E-BB67-A56238835CC8}" type="datetimeFigureOut">
              <a:rPr lang="en-US" smtClean="0"/>
              <a:pPr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3B7C77D-2802-850C-B953-6FA1CA034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EF968C3-F716-0122-B59C-04C09B1CFD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488CC7-15AA-435D-B05A-9BF308692B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33413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B3FE89-4BAD-6929-5437-99E787F19B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Lab 10 </a:t>
            </a:r>
            <a:br>
              <a:rPr lang="en-US" dirty="0"/>
            </a:br>
            <a:r>
              <a:rPr lang="en-US" dirty="0"/>
              <a:t>Submitted to: Sir Ab Ghafoor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5F115D7-E58F-967D-7204-1A07D575AD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Name: Liaquat Ali</a:t>
            </a:r>
          </a:p>
          <a:p>
            <a:r>
              <a:rPr lang="en-US" dirty="0"/>
              <a:t>Roll No: 0029</a:t>
            </a:r>
          </a:p>
        </p:txBody>
      </p:sp>
    </p:spTree>
    <p:extLst>
      <p:ext uri="{BB962C8B-B14F-4D97-AF65-F5344CB8AC3E}">
        <p14:creationId xmlns:p14="http://schemas.microsoft.com/office/powerpoint/2010/main" xmlns="" val="1116250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wn Arrow 7">
            <a:extLst>
              <a:ext uri="{FF2B5EF4-FFF2-40B4-BE49-F238E27FC236}">
                <a16:creationId xmlns:a16="http://schemas.microsoft.com/office/drawing/2014/main" xmlns="" id="{D4771268-CB57-404A-9271-370EB28F609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8285BD-A543-53D0-998C-D2539B7C7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Task2: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xmlns="" id="{931E731E-B7F1-D781-212B-7196CC57B5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03834" y="987971"/>
            <a:ext cx="7367752" cy="4834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95240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 02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94191" y="1825625"/>
            <a:ext cx="9803617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 03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473680" y="1825625"/>
            <a:ext cx="9244639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16</Words>
  <Application>Microsoft Office PowerPoint</Application>
  <PresentationFormat>Custom</PresentationFormat>
  <Paragraphs>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Lab 10  Submitted to: Sir Ab Ghafoor</vt:lpstr>
      <vt:lpstr>Task2:</vt:lpstr>
      <vt:lpstr>Task 02</vt:lpstr>
      <vt:lpstr>Task 03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10  Submitted to: Sir Ab Ghafoor</dc:title>
  <dc:creator>Liaquat Ali</dc:creator>
  <cp:lastModifiedBy>Mujtaba Abr</cp:lastModifiedBy>
  <cp:revision>4</cp:revision>
  <dcterms:created xsi:type="dcterms:W3CDTF">2024-11-28T05:50:50Z</dcterms:created>
  <dcterms:modified xsi:type="dcterms:W3CDTF">2024-12-01T07:45:49Z</dcterms:modified>
</cp:coreProperties>
</file>